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F6FFC-D8F2-4003-8C32-796008BD57C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76F61-7F40-4473-BB3E-6ED538966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4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F76F61-7F40-4473-BB3E-6ED538966F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5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0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4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9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2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5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8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7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0942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51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4156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1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49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5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5A0CE-90A4-4EA0-8B26-6453239FB5F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245232-67F2-45FA-9CAB-FCB083C0E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84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571C0C7-9763-7806-B3C6-5A74F613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00B050"/>
                </a:solidFill>
                <a:latin typeface="Arial Black" panose="020B0A04020102020204" pitchFamily="34" charset="0"/>
              </a:rPr>
              <a:t>TOURISM</a:t>
            </a:r>
            <a:r>
              <a:rPr lang="en-US" sz="3200" dirty="0"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rgbClr val="00B050"/>
                </a:solidFill>
                <a:latin typeface="Arial Black" panose="020B0A04020102020204" pitchFamily="34" charset="0"/>
              </a:rPr>
              <a:t>TREND ANALYSIS AND VISITOR FORECASTING ACROSS REGIONS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5ABAD-6669-9734-6EA4-B6AEDE2FF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5561"/>
            <a:ext cx="8596668" cy="4315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00B050"/>
                </a:solidFill>
                <a:latin typeface="Arial Black" panose="020B0A04020102020204" pitchFamily="34" charset="0"/>
              </a:rPr>
              <a:t> 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94F72A-42BB-3139-2D9C-ADF85F717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13" y="1725560"/>
            <a:ext cx="7167716" cy="33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0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EF3A-148F-EB0E-1FCA-41AB044B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1D5DE-2D02-54E0-F61E-BBEF9C99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   </a:t>
            </a:r>
            <a:r>
              <a:rPr lang="en-US" sz="2000" b="1" dirty="0">
                <a:solidFill>
                  <a:srgbClr val="7030A0"/>
                </a:solidFill>
                <a:latin typeface="Arial Black" panose="020B0A04020102020204" pitchFamily="34" charset="0"/>
              </a:rPr>
              <a:t>A Data-Driven Approach to Understand Tourism Trends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00B050"/>
                </a:solidFill>
              </a:rPr>
              <a:t>Analyze tourism data to identify travel patterns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Understand seasonal variations in tourist flow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Evaluate revenue generated from tourism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Identify factors influencing tourist decisions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Provide insights for better tourism planning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5456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6715-4493-7598-7264-26CADFE9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PROJECT</a:t>
            </a:r>
            <a:r>
              <a:rPr lang="en-US" dirty="0"/>
              <a:t> </a:t>
            </a:r>
            <a:r>
              <a:rPr lang="en-US" dirty="0"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B558B-E408-8B74-0D49-A7132C718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 Analyze tourism data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Identify popular destinations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Understand seasonal trends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Study revenue patterns</a:t>
            </a:r>
          </a:p>
        </p:txBody>
      </p:sp>
    </p:spTree>
    <p:extLst>
      <p:ext uri="{BB962C8B-B14F-4D97-AF65-F5344CB8AC3E}">
        <p14:creationId xmlns:p14="http://schemas.microsoft.com/office/powerpoint/2010/main" val="108494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DEC2-37D4-76E3-05A8-72CA7172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dirty="0">
                <a:latin typeface="Arial Black" panose="020B0A04020102020204" pitchFamily="34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08AB-DFE0-E036-FBBB-EEC07522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Data Loading and Initial Overview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Data Pre-Processing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Exploratory Data Analysis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Visualizations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Insights Generation And Report</a:t>
            </a:r>
          </a:p>
        </p:txBody>
      </p:sp>
    </p:spTree>
    <p:extLst>
      <p:ext uri="{BB962C8B-B14F-4D97-AF65-F5344CB8AC3E}">
        <p14:creationId xmlns:p14="http://schemas.microsoft.com/office/powerpoint/2010/main" val="415986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694C-B435-427C-9784-F17FCF96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42AC8-0050-BE4C-5C78-827234D5A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Python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Pandas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NumPy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Plotly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3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9BA3-FF3F-8EAB-C86A-07E103000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F96AB-C849-E7E4-439E-5346FE3E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0B050"/>
                </a:solidFill>
              </a:rPr>
              <a:t>Number of Rows -12,000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Number of Columns- 11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Variables Includes: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• Locations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• Tourist Count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• Revenue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• Seasons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 • Tourism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6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7868-1638-3958-AE72-F16ADD88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STEP 1: DATA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5AA2-2F31-933C-8C5C-030F0134A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Imported required libraries (Pandas, NumPy)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Loaded dataset using CSV file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Read data into a DataFrame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Verified dataset structure (rows &amp; columns)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Checked first few records using head()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Reviewed column names and data types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Ensured data was loaded correctly for analysis</a:t>
            </a:r>
          </a:p>
        </p:txBody>
      </p:sp>
    </p:spTree>
    <p:extLst>
      <p:ext uri="{BB962C8B-B14F-4D97-AF65-F5344CB8AC3E}">
        <p14:creationId xmlns:p14="http://schemas.microsoft.com/office/powerpoint/2010/main" val="422564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B410-F81D-C822-DE45-CE640354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STEP 2: 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EBA2-3419-63AE-8D67-5208F6D2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Handling Missing Values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Remove Duplicates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Converting Data Type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Creating Derived Columns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Filtering Or Aggregation</a:t>
            </a:r>
          </a:p>
        </p:txBody>
      </p:sp>
    </p:spTree>
    <p:extLst>
      <p:ext uri="{BB962C8B-B14F-4D97-AF65-F5344CB8AC3E}">
        <p14:creationId xmlns:p14="http://schemas.microsoft.com/office/powerpoint/2010/main" val="339201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1E878-3448-9600-9818-FEAA82BD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STEP 3: EXPLORATORY DATA ANALYSIS(EDA)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85CC-A1AB-E117-814A-33739AB75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0B050"/>
                </a:solidFill>
              </a:rPr>
              <a:t>Univariate Analysis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Bivariate Analysis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Multivariate Analysis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Group By Analysis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Pivot Table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Statistical Summaries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Correlation Heatmap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5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7810-56CD-CF01-42AB-A36B97EE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STEP 4: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096A-3354-9C2D-1EDF-A52E94D4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Bar Plot(Visitors By Season)</a:t>
            </a:r>
          </a:p>
          <a:p>
            <a:r>
              <a:rPr lang="en-US" b="1" dirty="0">
                <a:solidFill>
                  <a:srgbClr val="00B050"/>
                </a:solidFill>
              </a:rPr>
              <a:t>Stacked Bar Chart(Visitors by Season and Visitor Type)</a:t>
            </a:r>
          </a:p>
          <a:p>
            <a:r>
              <a:rPr lang="en-US" b="1" dirty="0">
                <a:solidFill>
                  <a:srgbClr val="00B050"/>
                </a:solidFill>
              </a:rPr>
              <a:t>Line Chart(Visitors Trend)</a:t>
            </a:r>
          </a:p>
          <a:p>
            <a:r>
              <a:rPr lang="en-US" b="1" dirty="0">
                <a:solidFill>
                  <a:srgbClr val="00B050"/>
                </a:solidFill>
              </a:rPr>
              <a:t>Pie Chart (Distribution of Destination Types)</a:t>
            </a:r>
          </a:p>
          <a:p>
            <a:r>
              <a:rPr lang="en-US" b="1" dirty="0">
                <a:solidFill>
                  <a:srgbClr val="00B050"/>
                </a:solidFill>
              </a:rPr>
              <a:t>Histogram (Average Spending Distribution)</a:t>
            </a:r>
          </a:p>
          <a:p>
            <a:r>
              <a:rPr lang="en-US" b="1" dirty="0">
                <a:solidFill>
                  <a:srgbClr val="00B050"/>
                </a:solidFill>
              </a:rPr>
              <a:t>Box Plot (Spending By Season)</a:t>
            </a:r>
          </a:p>
          <a:p>
            <a:r>
              <a:rPr lang="en-US" b="1" dirty="0">
                <a:solidFill>
                  <a:srgbClr val="00B050"/>
                </a:solidFill>
              </a:rPr>
              <a:t>Subplot(Visitors Count by Destination Type Across Seasons)</a:t>
            </a:r>
          </a:p>
          <a:p>
            <a:r>
              <a:rPr lang="en-US" b="1" dirty="0">
                <a:solidFill>
                  <a:srgbClr val="00B050"/>
                </a:solidFill>
              </a:rPr>
              <a:t>Scatter Plot (Visitors Count vs Revenue)</a:t>
            </a:r>
          </a:p>
          <a:p>
            <a:r>
              <a:rPr lang="en-US" b="1" dirty="0">
                <a:solidFill>
                  <a:srgbClr val="00B050"/>
                </a:solidFill>
              </a:rPr>
              <a:t>Heatmap (Correlation between Visitors Count and Average Spending)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4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57FE-1446-93A4-080E-C864154BE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STEP 5: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E9F6D-4529-B7D2-5548-D2ABA1D5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00B050"/>
                </a:solidFill>
              </a:rPr>
              <a:t>Peak seasons drive maximum tourism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Popular destinations dominate visits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Revenue follows tourist trends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Off-season shows low activity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Seasonal patterns impact travel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642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382F-4ACE-D679-9474-0696E8E1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47CA-B6A3-5C2B-FFC4-A8A2EDF8C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Promote tourism during off-season to balance visitor flow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Improve infrastructure in low-performing destinations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Focus marketing on high-potential locations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Introduce seasonal offers and travel packages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Enhance tourist experience through better facilities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Use data-driven strategies for tourism planning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Encourage sustainable and eco-friendly tourism</a:t>
            </a:r>
          </a:p>
        </p:txBody>
      </p:sp>
    </p:spTree>
    <p:extLst>
      <p:ext uri="{BB962C8B-B14F-4D97-AF65-F5344CB8AC3E}">
        <p14:creationId xmlns:p14="http://schemas.microsoft.com/office/powerpoint/2010/main" val="178641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3E0A-16E6-CB0A-0804-9488AA2D8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96E5-F69B-5201-F8F8-2310A44B2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Tourism trends were successfully analyzed using data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Key patterns in tourist flow and seasonal variation were identified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Popular and underperforming destinations were recognized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Insights help in improving tourism planning and strategies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Data-driven decisions can enhance overall tourism growth</a:t>
            </a:r>
          </a:p>
        </p:txBody>
      </p:sp>
    </p:spTree>
    <p:extLst>
      <p:ext uri="{BB962C8B-B14F-4D97-AF65-F5344CB8AC3E}">
        <p14:creationId xmlns:p14="http://schemas.microsoft.com/office/powerpoint/2010/main" val="198778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70789B-5D4A-746C-5E25-B1871EC11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199" y="4571999"/>
            <a:ext cx="7673801" cy="1087656"/>
          </a:xfrm>
        </p:spPr>
        <p:txBody>
          <a:bodyPr>
            <a:normAutofit/>
          </a:bodyPr>
          <a:lstStyle/>
          <a:p>
            <a:pPr algn="l"/>
            <a:r>
              <a:rPr lang="en-US" sz="4800" b="1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75DA4D8-81C2-0420-3141-8F525BDED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4795" y="5659655"/>
            <a:ext cx="7599205" cy="611896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A5C15C08-0DD6-ECA9-D0C8-120E574D8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1" y="609600"/>
            <a:ext cx="3642357" cy="364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407</Words>
  <Application>Microsoft Office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Arial Black</vt:lpstr>
      <vt:lpstr>Trebuchet MS</vt:lpstr>
      <vt:lpstr>Wingdings 3</vt:lpstr>
      <vt:lpstr>Facet</vt:lpstr>
      <vt:lpstr>TOURISM TREND ANALYSIS AND VISITOR FORECASTING ACROSS REGIONS</vt:lpstr>
      <vt:lpstr>           INTRODUCTION</vt:lpstr>
      <vt:lpstr>PROJECT OBJECTIVE</vt:lpstr>
      <vt:lpstr>  PROJECT WORKFLOW</vt:lpstr>
      <vt:lpstr>TOOLS USED</vt:lpstr>
      <vt:lpstr>DATASET OVERVIEW</vt:lpstr>
      <vt:lpstr>STEP 1: DATA LOADING</vt:lpstr>
      <vt:lpstr>STEP 2: DATA PRE-PROCESSING</vt:lpstr>
      <vt:lpstr>STEP 3: EXPLORATORY DATA ANALYSIS(EDA)</vt:lpstr>
      <vt:lpstr>STEP 4: VISUALIZATIONS</vt:lpstr>
      <vt:lpstr>STEP 5: INSIGHTS</vt:lpstr>
      <vt:lpstr>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jubina jabbar</dc:creator>
  <cp:lastModifiedBy>jubina jabbar</cp:lastModifiedBy>
  <cp:revision>1</cp:revision>
  <dcterms:created xsi:type="dcterms:W3CDTF">2026-04-06T09:21:05Z</dcterms:created>
  <dcterms:modified xsi:type="dcterms:W3CDTF">2026-04-06T10:31:09Z</dcterms:modified>
</cp:coreProperties>
</file>